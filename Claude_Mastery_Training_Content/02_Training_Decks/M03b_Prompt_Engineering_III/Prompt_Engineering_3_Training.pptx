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module of the prompt-engineering track. Theme: stop re-typing good prompts — package them so a whole team reuses them. This is the most enablement-relevant module: it's how one person's good prompt becomes a club-wide accelerator. Honest note up front: a few tools here are Console/developer features, not consumer chat — we'll flag which is which so business users aren't misled.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Promises for the hour. The headline outcome: 'build a library' — that's the enablement payoff and the capstone. Some objectives (Structured Outputs, Console tools, chaining) are advanced/developer-leaning; we'll be clear about who they're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map. The arc: reuse → control → compose → tune → scale → practice. The 'scale it' playbook is the bridge to your Skills/Projects enablement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enablement payoff: M2/M3 made individual prompts strong; M3b makes them reusable and consistent across hundreds of people. This is the difference between a personal trick and an org capability — exactly your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is the heart of the module for enablement. Key honesty: 'templates &amp; variables' and the Console tools are Console/API features; in the consumer app, reuse comes from Projects, Skills, and saved prompts + meta-prompting. We'll make that distinction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Templates turn a one-off into a repeatable asset. Critical honesty: the {{variable}} template feature lives in the Console/API, not claude.ai. Business users get the same benefit through Projects, Skills, and a saved-prompt library — covered next. Don't let anyone go hunting for a template button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Champion's main takeaway. The app-native path to reuse is Projects, Skills, and a shared saved-prompt library — not Console templates. Tie forward: Skills (M18-19) and Projects (M06) build directly on this. Governance matters — a stale prompt library erodes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Meta-prompting is the most accessible reuse tool — it works in plain chat. Great for the blank-page problem and for upgrading a weak prompt. The formal version (Automatic Prompt Engineer) is research; the practical version is just 'ask Claude to write/fix my prompt.'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the generator and improver are Console (developer) tools. Flag them for the platform team / advanced Champions, and give business users the app equivalent (meta-prompting). Honesty about where features live keeps trust and avoids wild-goose chases.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covers reliable output shape and composition. These lean developer/advanced — frame for the platform team but give business users the takeaways (use Structured Outputs for data; chain only when you need review points).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Outputs is the robust route for guaranteed JSON — an API/Console capability for integrations. For business users in the app, an output contract (M2) gets you most of the way; Structured Outputs is for when a system consumes the result. It replaces prefill for 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Currency flag, verified June 2026: prefill returns a 400 error on current frontier models. Important because lots of older tutorials still teach it. Teach the replacement (Structured Outputs / output contract). This is exactly the kind of stale content that erodes a trainer's credibility — flag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Chaining is for multi-step work where you want checkpoints. Note: adaptive thinking and subagents now handle a lot of internal multi-step reasoning, so explicit chaining is mainly for the self-correction pattern and pipelines you want to inspect. In the app, this often looks like a multi-turn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chain by default — it's more work to run and maintain. Reach for it when you need checkpoints or the single prompt is failing on a multi-step job. For most business tasks, a well-structured single prompt (M2)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 can be tuned per model: Opus 4.8 is very literal (state scope), Fable 5 takes brief instructions and runs long. Keep it light for business users — most should default to Sonnet and use Effort. Champions should know the tuning differences. Always re-verify model names; they change frequently.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 and tooling are powerful but easy to over-apply. Templatize what's repeated, chain what needs checkpoints, and govern the library. Restraint keeps the system lightweight and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checklist. 'Teaching prefill as current' and 'Console hunt in the app' are the two accuracy traps specific to this module — both flagged elsewhere. Keep the library owned and 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Champion's operating procedure for accelerators — and the bridge to the Skills and Projects modules. Stress documentation and ownership: an undocumented, unowned prompt library decays fast. This six-step loop is reusable for any accelerator you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live, ~8 min, non-sensitive content. Demo 1 and 2 show the reuse payoff (Claude builds the template, then you reuse it instantly). Demo 3 shows chaining as a multi-turn self-correction. All doable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min, in pairs. The deliverable is a reusable template + a sharing plan — a real accelerator they can deploy. This is the on-ramp to the Skills and Projects modules. Emphasize 'when to use,' an example, and an owner — that's what makes a library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it back: the template generalizes the M2/M3 prompt with variables and keeps the give-an-out + verify safety habits. The sharing plan (when-to-use, location, owner, review, example) is what turns it into a maintained accelerator. No single right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0/1/2. This rubric is about a reusable ASSET, not a one-off prompt — so it scores documentation, findability, ownership, and right-sizing alongside quality. That's the enablement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Q1 and Q2 are the two accuracy points to cement: app reuse = Projects/Skills/saved prompts; prefill is dead. Reveal after the room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slide. The full catalog is the Prompt Pattern Library. Offer the one-pager PDF after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action. The prompt library is the keeper deliverable and the bridge to Skills/Projects. Run the 2-minute teach-back if time allows. Offer office hours and the cheat-sheet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 completion of the prompt-engineering track. Recap the arc across the three modules. The reusable-prompt-library assignment bridges straight into Projects and Skills. The Prompt Pattern Library remains the reference for everything taught.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E0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A60E34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3840480" cy="384048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0292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5760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9601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66928" y="2057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7B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ENABLEMENT • CHAMPION TRAINING • MODULE 3b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III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66928" y="35204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2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Control, Reuse &amp; Tools — turn great prompts into shareable accelerators.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66928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Completes the Prompt Engineering track (M2 · M3 · M3b)  </a:t>
            </a:r>
            <a:pPr indent="0" marL="0">
              <a:buNone/>
            </a:pPr>
            <a:r>
              <a:rPr lang="en-US" sz="1200" dirty="0">
                <a:solidFill>
                  <a:srgbClr val="C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pPr indent="0" marL="0">
              <a:buNone/>
            </a:pPr>
            <a:r>
              <a:rPr lang="en-US" sz="1200" dirty="0">
                <a:solidFill>
                  <a:srgbClr val="F2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&amp; business users · ~75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658368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Wholesale Club publication. Verify model/feature details before each session.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BE ABLE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8308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40487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prompts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84378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good prompt into a reusable template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3880" y="150876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8200" y="178308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1" name="Text 9"/>
          <p:cNvSpPr/>
          <p:nvPr/>
        </p:nvSpPr>
        <p:spPr>
          <a:xfrm>
            <a:off x="464820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8200" y="240487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library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8200" y="284378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share prompts via Projects and Skills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0832" y="150876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5152" y="178308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6" name="Text 14"/>
          <p:cNvSpPr/>
          <p:nvPr/>
        </p:nvSpPr>
        <p:spPr>
          <a:xfrm>
            <a:off x="845515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5152" y="240487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Claude help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5152" y="284378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meta-prompting &amp; the Console tools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88620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16052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" y="478231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format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522122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Structured Outputs for reliable shapes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73880" y="388620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8200" y="416052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6" name="Text 24"/>
          <p:cNvSpPr/>
          <p:nvPr/>
        </p:nvSpPr>
        <p:spPr>
          <a:xfrm>
            <a:off x="4648200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48200" y="478231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steps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48200" y="522122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complex work into linked prompts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0832" y="388620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5152" y="416052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31" name="Text 29"/>
          <p:cNvSpPr/>
          <p:nvPr/>
        </p:nvSpPr>
        <p:spPr>
          <a:xfrm>
            <a:off x="8455152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55152" y="478231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per model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55152" y="522122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prompt &amp; Effort to the model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SPEND THE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8308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40487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&amp; scale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84378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Templates, library, meta-prompting, Console tools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880" y="150876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8200" y="178308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1" name="Text 9"/>
          <p:cNvSpPr/>
          <p:nvPr/>
        </p:nvSpPr>
        <p:spPr>
          <a:xfrm>
            <a:off x="464820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8200" y="240487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output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48200" y="284378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Outputs; prefill (legacy)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0832" y="150876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5152" y="178308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6" name="Text 14"/>
          <p:cNvSpPr/>
          <p:nvPr/>
        </p:nvSpPr>
        <p:spPr>
          <a:xfrm>
            <a:off x="845515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5152" y="240487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55152" y="284378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chaining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8620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16052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" y="478231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per model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1248" y="522122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Model-specific prompting + Effort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73880" y="388620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8200" y="416052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6" name="Text 24"/>
          <p:cNvSpPr/>
          <p:nvPr/>
        </p:nvSpPr>
        <p:spPr>
          <a:xfrm>
            <a:off x="4648200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48200" y="478231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it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48200" y="522122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Champion accelerator playbook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0832" y="3886200"/>
            <a:ext cx="344119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5152" y="4160520"/>
            <a:ext cx="475488" cy="47548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31" name="Text 29"/>
          <p:cNvSpPr/>
          <p:nvPr/>
        </p:nvSpPr>
        <p:spPr>
          <a:xfrm>
            <a:off x="8455152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55152" y="4782312"/>
            <a:ext cx="289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455152" y="5221224"/>
            <a:ext cx="2892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Demos, exercise, check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one-off prompts to reusable assets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86400" cy="4069080"/>
          </a:xfrm>
          <a:prstGeom prst="roundRect">
            <a:avLst>
              <a:gd name="adj" fmla="val 2022"/>
            </a:avLst>
          </a:prstGeom>
          <a:solidFill>
            <a:srgbClr val="FDEC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4983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re-types their own version of the same prompt every week. Quality is inconsistent, and good prompts die in one person's chat history.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486400" cy="4069080"/>
          </a:xfrm>
          <a:prstGeom prst="roundRect">
            <a:avLst>
              <a:gd name="adj" fmla="val 2022"/>
            </a:avLst>
          </a:prstGeom>
          <a:solidFill>
            <a:srgbClr val="EAF6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29400" y="2286000"/>
            <a:ext cx="4983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a prompt once,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it as a reusable asset, and share it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a whole team gets the good version every time. That's how prompting becomes an enablement accelerator.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E0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937760" cy="4937760"/>
          </a:xfrm>
          <a:prstGeom prst="ellipse">
            <a:avLst/>
          </a:prstGeom>
          <a:solidFill>
            <a:srgbClr val="A60E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7B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&amp; Scale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re-typing — package prompts so the team reuses the good version.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880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7B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255803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3392424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&amp; variables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749040"/>
            <a:ext cx="2192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Fill-in-the-blank prompts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9282" y="3246120"/>
            <a:ext cx="255803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2162" y="3392424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library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82162" y="3749040"/>
            <a:ext cx="2192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Projects &amp; Skills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1636" y="3246120"/>
            <a:ext cx="255803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4516" y="3392424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Meta-prompting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14516" y="3749040"/>
            <a:ext cx="2192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writes/improves prompts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63990" y="3246120"/>
            <a:ext cx="255803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46870" y="3392424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tools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46870" y="3749040"/>
            <a:ext cx="2192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&amp; improver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658368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Wholesale Club publication. Verify model/feature details before each session.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·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templates &amp; variables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prompt + swappable variables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4983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prompt once with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{{placeholders}}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parts that change. Reuse it by swapping the variables.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with variables are a Console/API feature. In the app, you get reuse via Projects, Skills, and saved prompts (next slide).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4F4F2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6248" y="16642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EXAMPLE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1938528"/>
            <a:ext cx="502920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BJ's club ops lead.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the 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{{bulletin}}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write a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{{audience}}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announcement in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{{tone}}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tone, under 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{{words}}</a:t>
            </a:r>
            <a:pPr algn="l" indent="0" marL="0">
              <a:lnSpc>
                <a:spcPts val="1500"/>
              </a:lnSpc>
              <a:buNone/>
            </a:pP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words. If a detail is missing,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'Not stated.'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· ENABLEMENT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BJ's prompt library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47088"/>
            <a:ext cx="47960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prompts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31720"/>
            <a:ext cx="47960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best prompts somewhere shared — a doc, a channel, a wiki.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1676" y="1847088"/>
            <a:ext cx="47960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51676" y="2331720"/>
            <a:ext cx="47960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Project's instructions + knowledge make its prompts reusable for a workstream.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79476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3995928"/>
            <a:ext cx="47960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4480560"/>
            <a:ext cx="47960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a repeatable workflow/voice as a Skill the org can install.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9476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1676" y="3995928"/>
            <a:ext cx="47960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1676" y="4480560"/>
            <a:ext cx="47960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Curate, version, and retire prompts so the library stays trustworthy.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5760720"/>
            <a:ext cx="11055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accelerator strategy: the strong prompts from M2/M3 become a curated, shared library — the foundation for Skills and Projects later in the curriculum.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·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Meta-prompting — let Claude write your prompt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to build or fix the prompt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4983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on a blank page, or a prompt isn't working? Have Claude draft or improve it for you.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right in the app — no special tool needed.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4F4F2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6248" y="16642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1938528"/>
            <a:ext cx="502920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reusable prompt that turns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ops bulletin into an associate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+ an action-item table."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"Here's my prompt — improve it for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 and add an example."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· FOR YOUR PLATFORM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Console prompt tools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generator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 high-quality first-draft prompt for a task — solves the blank page.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34290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improver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886200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Refines an existing prompt — adds structure and examples. Note: outputs are longer/slower; skip for latency-sensitive uses.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CE4EA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E0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these live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983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developer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(platform.claude.com)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in claude.ai.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you or your platform team build and standardize prompts at scale; business users get the same benefit via meta-prompting in the app.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E0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937760" cy="4937760"/>
          </a:xfrm>
          <a:prstGeom prst="ellipse">
            <a:avLst/>
          </a:prstGeom>
          <a:solidFill>
            <a:srgbClr val="A60E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7B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&amp; Compose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output shape, and split big jobs into steps.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880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7B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255803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3392424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749040"/>
            <a:ext cx="2192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JSON/schema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9282" y="3246120"/>
            <a:ext cx="255803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2162" y="3392424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(legacy)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82162" y="3749040"/>
            <a:ext cx="2192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models 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1636" y="3246120"/>
            <a:ext cx="255803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4516" y="3392424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chaining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14516" y="3749040"/>
            <a:ext cx="2192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Linked, reviewable steps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63990" y="3246120"/>
            <a:ext cx="2558034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46870" y="3392424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vs chain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46870" y="3749040"/>
            <a:ext cx="2192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reach for a chain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658368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Wholesale Club publication. Verify model/feature details before each session.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·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 — guaranteed shape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output must be machine-readable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4983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 enforces a defined JSON schema, so the result is reliably parseable by another system.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feeding data into a tracker, spreadsheet, or app — not for everyday writing.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modern, reliable replacement for the old prefill trick.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4F4F2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6248" y="16642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USE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1938528"/>
            <a:ext cx="502920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each action item as JSON: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"item": ...,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"owner": ...,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"due": ... }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(schema enforced by Structured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 — a Console/API feature)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· LEGACY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— know it, but don't rely on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0469880" cy="1828800"/>
          </a:xfrm>
          <a:prstGeom prst="roundRect">
            <a:avLst>
              <a:gd name="adj" fmla="val 4500"/>
            </a:avLst>
          </a:prstGeom>
          <a:solidFill>
            <a:srgbClr val="FDEC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Prefilling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(seeding the start of Claude's reply to force a format) is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longer supported on current models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Opus 4.6+/4.8, Sonnet 4.6, Fable 5, Mythos 5 return an error. It still works only on older models.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611880"/>
            <a:ext cx="10469880" cy="1828800"/>
          </a:xfrm>
          <a:prstGeom prst="roundRect">
            <a:avLst>
              <a:gd name="adj" fmla="val 4500"/>
            </a:avLst>
          </a:prstGeom>
          <a:solidFill>
            <a:srgbClr val="EAF6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3840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instead: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guaranteed JSON, or a clear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contract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(M2) for everyday formatting. You'll still see prefill in older guides and the SlideShare-era decks — treat those as dated.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·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chaining — linked, reviewable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big job into a pipeline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4983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task as a sequence of prompts, passing each output to the next — so you can inspect and correct at each step.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form: the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self-correction chain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draft → review → refine.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11112" y="21214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9" name="Text 7"/>
          <p:cNvSpPr/>
          <p:nvPr/>
        </p:nvSpPr>
        <p:spPr>
          <a:xfrm>
            <a:off x="6611112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1901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2677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first version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3044952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11112" y="3429000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357530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 against criteria/source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4352544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11112" y="4736592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9" name="Text 17"/>
          <p:cNvSpPr/>
          <p:nvPr/>
        </p:nvSpPr>
        <p:spPr>
          <a:xfrm>
            <a:off x="6611112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45171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48828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the corrected final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· JUDGMENT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 or a chain?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EAF6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 when…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86968" y="237744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is one deliverable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Extract→transform→produce covers it (M2)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inspect middle steps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FCE4EA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E0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chain when…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a review/approval checkpoint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have distinct owners or tools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mega-prompt keeps dropping steps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·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Model-specific prompting + Effort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44668" cy="182880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01368"/>
            <a:ext cx="47960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4.5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258568"/>
            <a:ext cx="47960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Fastest. Keep prompts simple and direct; great for high-volume.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600200"/>
            <a:ext cx="5344668" cy="182880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1676" y="1801368"/>
            <a:ext cx="47960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51676" y="2258568"/>
            <a:ext cx="47960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default. Balanced; your go-to for most prompts.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703320"/>
            <a:ext cx="5344668" cy="182880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3904488"/>
            <a:ext cx="47960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4361688"/>
            <a:ext cx="47960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complex work. Very literal — state scope explicitly; raise Effort for hard tasks.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03320"/>
            <a:ext cx="5344668" cy="182880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1676" y="3904488"/>
            <a:ext cx="47960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Fable 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1676" y="4361688"/>
            <a:ext cx="47960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tier (limited). Long autonomous runs; brief instructions suffice.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5715000"/>
            <a:ext cx="11055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June 2026. Rule of thumb: start on Sonnet; raise Effort or move to Opus for hard tasks; drop to Haiku for speed. Re-verify the lineup before each session — it changes.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RESTRAINT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over-build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35608" y="1938528"/>
            <a:ext cx="4247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templates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514600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templatize a one-time task — just prompt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167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46036" y="1938528"/>
            <a:ext cx="4247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Needless chaining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1676" y="2514600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structured prompt usually beats a chain.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79476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35608" y="4087368"/>
            <a:ext cx="4247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Over-tuning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663440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work runs fine on the default. Don't fuss per model.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3794760"/>
            <a:ext cx="53446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1676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46036" y="4087368"/>
            <a:ext cx="4247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library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51676" y="4663440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unmaintained prompt library is worse than none — govern it.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80160" y="1819656"/>
            <a:ext cx="255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sprawl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968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prompt re-typed 10 ways — templatize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8640" y="160020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72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71872" y="1819656"/>
            <a:ext cx="255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prefill as current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4672" y="2514600"/>
            <a:ext cx="2968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deprecated — use Structured Outputs.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0352" y="160020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895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63584" y="1819656"/>
            <a:ext cx="255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hunt in the app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06384" y="2514600"/>
            <a:ext cx="2968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Templates/generator/improver are Console, not claude.ai.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80160" y="3968496"/>
            <a:ext cx="255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everything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663440"/>
            <a:ext cx="2968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fragility; chain only for checkpoints.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58640" y="374904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872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71872" y="3968496"/>
            <a:ext cx="255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owner for the library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14672" y="4663440"/>
            <a:ext cx="2968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rot; assign curation.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50352" y="374904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7895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863584" y="3968496"/>
            <a:ext cx="255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prompt, many unrelated jobs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06384" y="4663440"/>
            <a:ext cx="2968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or use audience transformation (M2).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PLAYBOOK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great prompt into a shared accelerator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801368"/>
            <a:ext cx="301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Engineer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95528" y="2313432"/>
            <a:ext cx="301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with M2/M3 patterns; test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8640" y="160020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87240" y="1801368"/>
            <a:ext cx="301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Generalize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87240" y="2313432"/>
            <a:ext cx="301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specifics with variables / blocks.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0352" y="160020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78952" y="1801368"/>
            <a:ext cx="301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Store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78952" y="2313432"/>
            <a:ext cx="301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Project, a Skill, or the shared library.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74904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" y="3950208"/>
            <a:ext cx="301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Document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95528" y="4462272"/>
            <a:ext cx="301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when-to-use, an example, and who owns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58640" y="374904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87240" y="3950208"/>
            <a:ext cx="301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Share &amp; teach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87240" y="4462272"/>
            <a:ext cx="301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it out; show one live use.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0352" y="3749040"/>
            <a:ext cx="347167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78952" y="3950208"/>
            <a:ext cx="301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Maintain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78952" y="4462272"/>
            <a:ext cx="301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on a cadence; retire stale ones.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7E0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754880" cy="4754880"/>
          </a:xfrm>
          <a:prstGeom prst="ellipse">
            <a:avLst/>
          </a:prstGeom>
          <a:solidFill>
            <a:srgbClr val="A60E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B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 LIVE DEMOS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quick demos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659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 — Meta-prompt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423160"/>
            <a:ext cx="30449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to write a reusable bulletin→announcement prompt with variables.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4892040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Claude builds your template.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9659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 — Templatize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0449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an M2 prompt; replace specifics with {{variables}}; reuse on a new input.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4892040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same quality, seconds to reuse.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9872" y="178308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8472" y="19659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 — Self-correction chain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48472" y="2423160"/>
            <a:ext cx="30449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→ 'review against the source' → 'give the corrected final.'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48472" y="4892040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checkpoints catch errors.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58368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Wholesale Club publication. Verify model/feature details before each session.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Templatize and plan to share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0469880" cy="1143000"/>
          </a:xfrm>
          <a:prstGeom prst="roundRect">
            <a:avLst>
              <a:gd name="adj" fmla="val 7200"/>
            </a:avLst>
          </a:prstGeom>
          <a:solidFill>
            <a:srgbClr val="FCE4EA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27632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7E0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strong prompt you built in M2 or M3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turn it into a reusable, shareable asset.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834640"/>
            <a:ext cx="10469880" cy="2834640"/>
          </a:xfrm>
          <a:prstGeom prst="roundRect">
            <a:avLst>
              <a:gd name="adj" fmla="val 290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3017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9875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specifics with variables / reusable blocks (e.g. {{source}}, {{audience}}, {{tone}}).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one-line 'when to use' and a short example input/output.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where it lives — a Project, a Skill, or the team's shared prompt doc — and who owns it.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ask Claude (meta-prompt) to improve your template, then compare.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score a partner's template with the rubric.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template + sharing plan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6766560" cy="4206240"/>
          </a:xfrm>
          <a:prstGeom prst="roundRect">
            <a:avLst>
              <a:gd name="adj" fmla="val 1957"/>
            </a:avLst>
          </a:prstGeom>
          <a:solidFill>
            <a:srgbClr val="F4F4F2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61848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" y="1892808"/>
            <a:ext cx="6309360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BJ's club ops lead.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only the 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{{source}}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produce a
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{{audience}}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 in 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{{tone}}</a:t>
            </a:r>
            <a:pPr algn="l" indent="0" marL="0">
              <a:lnSpc>
                <a:spcPts val="1500"/>
              </a:lnSpc>
              <a:buNone/>
            </a:pP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tone, under 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{{word_limit}}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words,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31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{{format}}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 detail is missing, write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'Not stated.' Then list what to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in &lt;verify&gt; tags.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0" y="1508760"/>
            <a:ext cx="4023360" cy="42062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1812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plan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18120" y="214884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bulletin/policy → comms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in: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'Club Comms' Project / a Skill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enablement lead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saved input/output pair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 TEMPLATE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scoring rubric (10 points)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046988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45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41648" y="16459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Specifics replaced with clear variables/blocks?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19488" y="16459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1046988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3957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kept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41648" y="239572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carries M2/M3 patterns (grounding, verify)?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19488" y="23957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145536"/>
            <a:ext cx="1046988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14553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41648" y="3145536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When-to-use + an example included?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19488" y="31455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046988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8953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Findable &amp; owned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41648" y="38953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somewhere shared, with an owner?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19488" y="389534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4645152"/>
            <a:ext cx="1046988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46451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41648" y="464515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templatizing — not over-built?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19488" y="46451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5532120"/>
            <a:ext cx="11055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0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___ / 10      ·      8–10 ship it  ·  5–7 tidy up  ·  under 5 rework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knowledge check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4466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55648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business users get prompt reuse in the app?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688336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Projects, Skills, and a shared saved-prompt library (templates/variables are Console/API).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534466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1676" y="1755648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prefill a current technique?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51676" y="2688336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deprecated on current models; use Structured Outputs.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886200"/>
            <a:ext cx="534466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4087368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should you chain instead of one prompt?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5020056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need review checkpoints or distinct steps/owners.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7356" y="3886200"/>
            <a:ext cx="534466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1676" y="4087368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prompt library trustworthy?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1676" y="5020056"/>
            <a:ext cx="47960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Documentation, an owner, and regular review (governance).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AT YOUR DESK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Control, Reuse &amp; Tools cheat sheet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&amp; scale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14884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Templatize repeated prompts ({{variables}}).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reuse = Projects · Skills · saved prompts.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Meta-prompt: ask Claude to write/fix prompts.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generator/improver = developer tools.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CE4EA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0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Control, compose &amp; tune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14884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JSON? Structured Outputs (not prefill).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is legacy — don't teach it as current.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only for checkpoints; else one prompt.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Sonnet; Effort/Opus for hard; Haiku for speed.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the library: document, own, review.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STICK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this week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7607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28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28600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Templatize one prompt you use weekly.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to improve one of your prompts.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one prompt in a Project or shared doc.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29400" y="1600200"/>
            <a:ext cx="4983480" cy="4114800"/>
          </a:xfrm>
          <a:prstGeom prst="roundRect">
            <a:avLst>
              <a:gd name="adj" fmla="val 2000"/>
            </a:avLst>
          </a:prstGeom>
          <a:solidFill>
            <a:srgbClr val="FCE4EA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1828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0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assignment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228600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team's prompt library: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3 documented, owned templates and share where to find them.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7E0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Teach-back: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app-reuse (Projects/Skills) vs. Console tools in 2 minutes.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7E0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120640" cy="5120640"/>
          </a:xfrm>
          <a:prstGeom prst="ellipse">
            <a:avLst/>
          </a:prstGeom>
          <a:solidFill>
            <a:srgbClr val="A60E3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4754880" cy="475488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7B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TRACK — COMPLETE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clear request to shared accelerators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880360"/>
            <a:ext cx="1046988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F27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3063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completed M2 · M3 · M3b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5661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patterns → reasoning &amp; verification → control, reuse &amp; tools.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in the curriculum: the Level 2 Power-User track —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Projects, Artifacts, Memory, Web Search &amp; Research, and connectors.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658368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Wholesale Club publication. Verify model/feature details before each session.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III — Control, Reuse &amp; Tools</dc:title>
  <dc:subject>PptxGenJS Presentation</dc:subject>
  <dc:creator>BJ's AI Enablement</dc:creator>
  <cp:lastModifiedBy>BJ's AI Enablement</cp:lastModifiedBy>
  <cp:revision>1</cp:revision>
  <dcterms:created xsi:type="dcterms:W3CDTF">2026-06-26T21:05:18Z</dcterms:created>
  <dcterms:modified xsi:type="dcterms:W3CDTF">2026-06-26T21:05:18Z</dcterms:modified>
</cp:coreProperties>
</file>