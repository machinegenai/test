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6576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378440" y="365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BEGIN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8229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5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for how you ask — not tricks for one tool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208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THESE 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prompting techniques — repeatable ways of asking that reliably get better results. (Their technical name is “prompt patterns.”)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72968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192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THEY 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6301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any AI assistant — Claude, ChatGPT, Copilot, and others. They're about how you communicate, not which buttons you press.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71416"/>
            <a:ext cx="6400800" cy="1170432"/>
          </a:xfrm>
          <a:prstGeom prst="roundRect">
            <a:avLst>
              <a:gd name="adj" fmla="val 6250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617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THEY'RE NOT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9286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tutorial for one product, and not tool features. Learn them once, and use them everywhere.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92440" y="21488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PROMPTING TECHNIQUE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45752" y="2807208"/>
            <a:ext cx="36576" cy="320040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18" name="Shape 16"/>
          <p:cNvSpPr/>
          <p:nvPr/>
        </p:nvSpPr>
        <p:spPr>
          <a:xfrm>
            <a:off x="7909560" y="3108960"/>
            <a:ext cx="3108960" cy="36576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19" name="Shape 17"/>
          <p:cNvSpPr/>
          <p:nvPr/>
        </p:nvSpPr>
        <p:spPr>
          <a:xfrm>
            <a:off x="7891272" y="3108960"/>
            <a:ext cx="36576" cy="658368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20" name="Shape 18"/>
          <p:cNvSpPr/>
          <p:nvPr/>
        </p:nvSpPr>
        <p:spPr>
          <a:xfrm>
            <a:off x="9445752" y="3108960"/>
            <a:ext cx="36576" cy="658368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000232" y="3108960"/>
            <a:ext cx="36576" cy="658368"/>
          </a:xfrm>
          <a:prstGeom prst="rect">
            <a:avLst/>
          </a:prstGeom>
          <a:solidFill>
            <a:srgbClr val="D31242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3767328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37673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78240" y="3767328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778240" y="37673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332720" y="3767328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5875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32720" y="376732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47548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technique works in every one — with only light tuning between tools.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5779008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FCE4E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77900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deck:  </a:t>
            </a:r>
            <a:pPr indent="0" marL="0">
              <a:buNone/>
            </a:pPr>
            <a:r>
              <a:rPr lang="en-US" sz="12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in a session, or read it at your own pace — pages marked “Optional” go deeper, and you can skip them if you're short on time.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519672" y="64556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these techniques are</dc:title>
  <dc:subject>PptxGenJS Presentation</dc:subject>
  <dc:creator>BJ's AI Enablement</dc:creator>
  <cp:lastModifiedBy>BJ's AI Enablement</cp:lastModifiedBy>
  <cp:revision>1</cp:revision>
  <dcterms:created xsi:type="dcterms:W3CDTF">2026-07-06T15:21:12Z</dcterms:created>
  <dcterms:modified xsi:type="dcterms:W3CDTF">2026-07-06T15:21:12Z</dcterms:modified>
</cp:coreProperties>
</file>