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365760"/>
            <a:ext cx="1371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7E9EE"/>
            </a:solidFill>
            <a:prstDash val="solid"/>
          </a:ln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0378440" y="3657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000" b="1" spc="-1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BJ's</a:t>
            </a:r>
            <a:endParaRPr lang="en-US" sz="2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WHOLESALE CLUB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ENABLEMENT &amp; ADOPTION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822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spc="-50" kern="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Prompt Engineering Course — at a glance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44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clear instruction to safe, reusable prompt systems — the full path to using AI well at BJ's.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188366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levels · fifteen modules — each level builds on the one before.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647188" cy="749808"/>
          </a:xfrm>
          <a:prstGeom prst="roundRect">
            <a:avLst>
              <a:gd name="adj" fmla="val 12195"/>
            </a:avLst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42316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2770632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1–2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2647188" cy="2999232"/>
          </a:xfrm>
          <a:prstGeom prst="roundRect">
            <a:avLst>
              <a:gd name="adj" fmla="val 276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456432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33856" y="3419856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 reads your prompts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727448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33856" y="4690872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anatomy of a 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22092" y="2395728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3332988" y="2331720"/>
            <a:ext cx="2647188" cy="749808"/>
          </a:xfrm>
          <a:prstGeom prst="roundRect">
            <a:avLst>
              <a:gd name="adj" fmla="val 12195"/>
            </a:avLst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32988" y="242316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332988" y="2770632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3–7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2988" y="3200400"/>
            <a:ext cx="2647188" cy="2999232"/>
          </a:xfrm>
          <a:prstGeom prst="roundRect">
            <a:avLst>
              <a:gd name="adj" fmla="val 276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15868" y="3456432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24" name="Text 22"/>
          <p:cNvSpPr/>
          <p:nvPr/>
        </p:nvSpPr>
        <p:spPr>
          <a:xfrm>
            <a:off x="3515868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009644" y="3419856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clear instructions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15868" y="3964838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27" name="Text 25"/>
          <p:cNvSpPr/>
          <p:nvPr/>
        </p:nvSpPr>
        <p:spPr>
          <a:xfrm>
            <a:off x="3515868" y="39648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009644" y="3928262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&amp; formatting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515868" y="4473245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30" name="Text 28"/>
          <p:cNvSpPr/>
          <p:nvPr/>
        </p:nvSpPr>
        <p:spPr>
          <a:xfrm>
            <a:off x="3515868" y="44732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009644" y="4436669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Roles, personas &amp; audience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15868" y="4981651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33" name="Text 31"/>
          <p:cNvSpPr/>
          <p:nvPr/>
        </p:nvSpPr>
        <p:spPr>
          <a:xfrm>
            <a:off x="3515868" y="49816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009644" y="4945075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by showing (examples)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515868" y="5490058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36" name="Text 34"/>
          <p:cNvSpPr/>
          <p:nvPr/>
        </p:nvSpPr>
        <p:spPr>
          <a:xfrm>
            <a:off x="3515868" y="549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09644" y="5453482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Controlling the output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97880" y="2395728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400" dirty="0"/>
          </a:p>
        </p:txBody>
      </p:sp>
      <p:sp>
        <p:nvSpPr>
          <p:cNvPr id="39" name="Shape 37"/>
          <p:cNvSpPr/>
          <p:nvPr/>
        </p:nvSpPr>
        <p:spPr>
          <a:xfrm>
            <a:off x="6208776" y="2331720"/>
            <a:ext cx="2647188" cy="749808"/>
          </a:xfrm>
          <a:prstGeom prst="roundRect">
            <a:avLst>
              <a:gd name="adj" fmla="val 12195"/>
            </a:avLst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08776" y="242316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208776" y="2770632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8–11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08776" y="3200400"/>
            <a:ext cx="2647188" cy="2999232"/>
          </a:xfrm>
          <a:prstGeom prst="roundRect">
            <a:avLst>
              <a:gd name="adj" fmla="val 276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1656" y="3456432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44" name="Text 42"/>
          <p:cNvSpPr/>
          <p:nvPr/>
        </p:nvSpPr>
        <p:spPr>
          <a:xfrm>
            <a:off x="6391656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85432" y="3419856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&amp; working with sources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391656" y="4091940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47" name="Text 45"/>
          <p:cNvSpPr/>
          <p:nvPr/>
        </p:nvSpPr>
        <p:spPr>
          <a:xfrm>
            <a:off x="6391656" y="4091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885432" y="4055364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Reasoning, step by step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391656" y="4727448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50" name="Text 48"/>
          <p:cNvSpPr/>
          <p:nvPr/>
        </p:nvSpPr>
        <p:spPr>
          <a:xfrm>
            <a:off x="6391656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6885432" y="4690872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big tasks down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391656" y="5362956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53" name="Text 51"/>
          <p:cNvSpPr/>
          <p:nvPr/>
        </p:nvSpPr>
        <p:spPr>
          <a:xfrm>
            <a:off x="6391656" y="5362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6885432" y="5326380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the work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73668" y="2395728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400" dirty="0"/>
          </a:p>
        </p:txBody>
      </p:sp>
      <p:sp>
        <p:nvSpPr>
          <p:cNvPr id="56" name="Shape 54"/>
          <p:cNvSpPr/>
          <p:nvPr/>
        </p:nvSpPr>
        <p:spPr>
          <a:xfrm>
            <a:off x="9084564" y="2331720"/>
            <a:ext cx="2647188" cy="749808"/>
          </a:xfrm>
          <a:prstGeom prst="roundRect">
            <a:avLst>
              <a:gd name="adj" fmla="val 12195"/>
            </a:avLst>
          </a:prstGeom>
          <a:solidFill>
            <a:srgbClr val="D31242"/>
          </a:solidFill>
          <a:ln/>
          <a:effectLst>
            <a:outerShdw sx="100000" sy="100000" kx="0" ky="0" algn="bl" rotWithShape="0" blurRad="88900" dist="38100" dir="5400000">
              <a:srgbClr val="1F2733">
                <a:alpha val="1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9084564" y="242316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450" dirty="0"/>
          </a:p>
        </p:txBody>
      </p:sp>
      <p:sp>
        <p:nvSpPr>
          <p:cNvPr id="58" name="Text 56"/>
          <p:cNvSpPr/>
          <p:nvPr/>
        </p:nvSpPr>
        <p:spPr>
          <a:xfrm>
            <a:off x="9084564" y="2770632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12–15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084564" y="3200400"/>
            <a:ext cx="2647188" cy="2999232"/>
          </a:xfrm>
          <a:prstGeom prst="roundRect">
            <a:avLst>
              <a:gd name="adj" fmla="val 2763"/>
            </a:avLst>
          </a:prstGeom>
          <a:solidFill>
            <a:srgbClr val="F5F6F8"/>
          </a:solidFill>
          <a:ln w="12700">
            <a:solidFill>
              <a:srgbClr val="E7E9E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7444" y="3456432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61" name="Text 59"/>
          <p:cNvSpPr/>
          <p:nvPr/>
        </p:nvSpPr>
        <p:spPr>
          <a:xfrm>
            <a:off x="9267444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761220" y="3419856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&amp; reuse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267444" y="4091940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64" name="Text 62"/>
          <p:cNvSpPr/>
          <p:nvPr/>
        </p:nvSpPr>
        <p:spPr>
          <a:xfrm>
            <a:off x="9267444" y="4091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761220" y="4055364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prompts with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7444" y="4727448"/>
            <a:ext cx="384048" cy="384048"/>
          </a:xfrm>
          <a:prstGeom prst="ellipse">
            <a:avLst/>
          </a:prstGeom>
          <a:solidFill>
            <a:srgbClr val="D31242"/>
          </a:solidFill>
          <a:ln/>
        </p:spPr>
      </p:sp>
      <p:sp>
        <p:nvSpPr>
          <p:cNvPr id="67" name="Text 65"/>
          <p:cNvSpPr/>
          <p:nvPr/>
        </p:nvSpPr>
        <p:spPr>
          <a:xfrm>
            <a:off x="9267444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9761220" y="4690872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&amp; reliable prompts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267444" y="5362956"/>
            <a:ext cx="384048" cy="384048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70" name="Text 68"/>
          <p:cNvSpPr/>
          <p:nvPr/>
        </p:nvSpPr>
        <p:spPr>
          <a:xfrm>
            <a:off x="9267444" y="5362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9761220" y="5326380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reasoning · reference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457200" y="6382512"/>
            <a:ext cx="146304" cy="146304"/>
          </a:xfrm>
          <a:prstGeom prst="ellipse">
            <a:avLst/>
          </a:prstGeom>
          <a:solidFill>
            <a:srgbClr val="5E6A78"/>
          </a:solidFill>
          <a:ln/>
        </p:spPr>
      </p:sp>
      <p:sp>
        <p:nvSpPr>
          <p:cNvPr id="73" name="Text 71"/>
          <p:cNvSpPr/>
          <p:nvPr/>
        </p:nvSpPr>
        <p:spPr>
          <a:xfrm>
            <a:off x="65836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15 is read-only reference — not taught live.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519672" y="63276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training material — not an official BJ's publication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Engineering — Course Roadmap</dc:title>
  <dc:subject>PptxGenJS Presentation</dc:subject>
  <dc:creator>BJ's AI Enablement</dc:creator>
  <cp:lastModifiedBy>BJ's AI Enablement</cp:lastModifiedBy>
  <cp:revision>1</cp:revision>
  <dcterms:created xsi:type="dcterms:W3CDTF">2026-07-06T15:21:12Z</dcterms:created>
  <dcterms:modified xsi:type="dcterms:W3CDTF">2026-07-06T15:21:12Z</dcterms:modified>
</cp:coreProperties>
</file>