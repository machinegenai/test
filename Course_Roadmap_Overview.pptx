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78440" y="365760"/>
            <a:ext cx="13716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0378440" y="36576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2000" b="1" spc="-1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BJ's</a:t>
            </a:r>
            <a:endParaRPr lang="en-US" sz="2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60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WHOLESALE CLUB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ENABLEMENT &amp; ADOPTION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38912" y="82296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spc="-50" kern="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Prompt Engineering Course — at a glance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57200" y="1444752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course:  </a:t>
            </a:r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help you get more out of AI in everyday work — by learning plain, practical ways to ask any AI tool for exactly what you need, and to trust what it gives back.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57200" y="1901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your first clear request to handling real, multi-step work — each level builds on the one before.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2647188" cy="749808"/>
          </a:xfrm>
          <a:prstGeom prst="roundRect">
            <a:avLst>
              <a:gd name="adj" fmla="val 12195"/>
            </a:avLst>
          </a:prstGeom>
          <a:solidFill>
            <a:srgbClr val="D31242"/>
          </a:solidFill>
          <a:ln/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423160"/>
            <a:ext cx="26471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7200" y="2770632"/>
            <a:ext cx="26471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CE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 1–2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2647188" cy="2999232"/>
          </a:xfrm>
          <a:prstGeom prst="roundRect">
            <a:avLst>
              <a:gd name="adj" fmla="val 2763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456432"/>
            <a:ext cx="384048" cy="384048"/>
          </a:xfrm>
          <a:prstGeom prst="ellipse">
            <a:avLst/>
          </a:prstGeom>
          <a:solidFill>
            <a:srgbClr val="D3124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456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33856" y="3419856"/>
            <a:ext cx="18059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AI reads your prompts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727448"/>
            <a:ext cx="384048" cy="384048"/>
          </a:xfrm>
          <a:prstGeom prst="ellipse">
            <a:avLst/>
          </a:prstGeom>
          <a:solidFill>
            <a:srgbClr val="D3124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727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33856" y="4690872"/>
            <a:ext cx="18059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anatomy of a prompt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22092" y="2395728"/>
            <a:ext cx="310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400" dirty="0"/>
          </a:p>
        </p:txBody>
      </p:sp>
      <p:sp>
        <p:nvSpPr>
          <p:cNvPr id="19" name="Shape 17"/>
          <p:cNvSpPr/>
          <p:nvPr/>
        </p:nvSpPr>
        <p:spPr>
          <a:xfrm>
            <a:off x="3332988" y="2331720"/>
            <a:ext cx="2647188" cy="749808"/>
          </a:xfrm>
          <a:prstGeom prst="roundRect">
            <a:avLst>
              <a:gd name="adj" fmla="val 12195"/>
            </a:avLst>
          </a:prstGeom>
          <a:solidFill>
            <a:srgbClr val="D31242"/>
          </a:solidFill>
          <a:ln/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332988" y="2423160"/>
            <a:ext cx="26471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BEGINNER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3332988" y="2770632"/>
            <a:ext cx="26471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CE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 3–7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32988" y="3200400"/>
            <a:ext cx="2647188" cy="2999232"/>
          </a:xfrm>
          <a:prstGeom prst="roundRect">
            <a:avLst>
              <a:gd name="adj" fmla="val 2763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15868" y="3456432"/>
            <a:ext cx="384048" cy="384048"/>
          </a:xfrm>
          <a:prstGeom prst="ellipse">
            <a:avLst/>
          </a:prstGeom>
          <a:solidFill>
            <a:srgbClr val="D31242"/>
          </a:solidFill>
          <a:ln/>
        </p:spPr>
      </p:sp>
      <p:sp>
        <p:nvSpPr>
          <p:cNvPr id="24" name="Text 22"/>
          <p:cNvSpPr/>
          <p:nvPr/>
        </p:nvSpPr>
        <p:spPr>
          <a:xfrm>
            <a:off x="3515868" y="3456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009644" y="3419856"/>
            <a:ext cx="18059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clear instructions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515868" y="3964838"/>
            <a:ext cx="384048" cy="384048"/>
          </a:xfrm>
          <a:prstGeom prst="ellipse">
            <a:avLst/>
          </a:prstGeom>
          <a:solidFill>
            <a:srgbClr val="D31242"/>
          </a:solidFill>
          <a:ln/>
        </p:spPr>
      </p:sp>
      <p:sp>
        <p:nvSpPr>
          <p:cNvPr id="27" name="Text 25"/>
          <p:cNvSpPr/>
          <p:nvPr/>
        </p:nvSpPr>
        <p:spPr>
          <a:xfrm>
            <a:off x="3515868" y="396483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009644" y="3928262"/>
            <a:ext cx="18059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&amp; formatting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515868" y="4473245"/>
            <a:ext cx="384048" cy="384048"/>
          </a:xfrm>
          <a:prstGeom prst="ellipse">
            <a:avLst/>
          </a:prstGeom>
          <a:solidFill>
            <a:srgbClr val="D31242"/>
          </a:solidFill>
          <a:ln/>
        </p:spPr>
      </p:sp>
      <p:sp>
        <p:nvSpPr>
          <p:cNvPr id="30" name="Text 28"/>
          <p:cNvSpPr/>
          <p:nvPr/>
        </p:nvSpPr>
        <p:spPr>
          <a:xfrm>
            <a:off x="3515868" y="447324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009644" y="4436669"/>
            <a:ext cx="18059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Roles, personas &amp; audience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515868" y="4981651"/>
            <a:ext cx="384048" cy="384048"/>
          </a:xfrm>
          <a:prstGeom prst="ellipse">
            <a:avLst/>
          </a:prstGeom>
          <a:solidFill>
            <a:srgbClr val="D31242"/>
          </a:solidFill>
          <a:ln/>
        </p:spPr>
      </p:sp>
      <p:sp>
        <p:nvSpPr>
          <p:cNvPr id="33" name="Text 31"/>
          <p:cNvSpPr/>
          <p:nvPr/>
        </p:nvSpPr>
        <p:spPr>
          <a:xfrm>
            <a:off x="3515868" y="498165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009644" y="4945075"/>
            <a:ext cx="18059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by showing (examples)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515868" y="5490058"/>
            <a:ext cx="384048" cy="384048"/>
          </a:xfrm>
          <a:prstGeom prst="ellipse">
            <a:avLst/>
          </a:prstGeom>
          <a:solidFill>
            <a:srgbClr val="D31242"/>
          </a:solidFill>
          <a:ln/>
        </p:spPr>
      </p:sp>
      <p:sp>
        <p:nvSpPr>
          <p:cNvPr id="36" name="Text 34"/>
          <p:cNvSpPr/>
          <p:nvPr/>
        </p:nvSpPr>
        <p:spPr>
          <a:xfrm>
            <a:off x="3515868" y="549005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4009644" y="5453482"/>
            <a:ext cx="18059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Controlling the output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897880" y="2395728"/>
            <a:ext cx="310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400" dirty="0"/>
          </a:p>
        </p:txBody>
      </p:sp>
      <p:sp>
        <p:nvSpPr>
          <p:cNvPr id="39" name="Shape 37"/>
          <p:cNvSpPr/>
          <p:nvPr/>
        </p:nvSpPr>
        <p:spPr>
          <a:xfrm>
            <a:off x="6208776" y="2331720"/>
            <a:ext cx="2647188" cy="749808"/>
          </a:xfrm>
          <a:prstGeom prst="roundRect">
            <a:avLst>
              <a:gd name="adj" fmla="val 12195"/>
            </a:avLst>
          </a:prstGeom>
          <a:solidFill>
            <a:srgbClr val="D31242"/>
          </a:solidFill>
          <a:ln/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208776" y="2423160"/>
            <a:ext cx="26471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INTERMEDIATE</a:t>
            </a:r>
            <a:endParaRPr lang="en-US" sz="1450" dirty="0"/>
          </a:p>
        </p:txBody>
      </p:sp>
      <p:sp>
        <p:nvSpPr>
          <p:cNvPr id="41" name="Text 39"/>
          <p:cNvSpPr/>
          <p:nvPr/>
        </p:nvSpPr>
        <p:spPr>
          <a:xfrm>
            <a:off x="6208776" y="2770632"/>
            <a:ext cx="26471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CE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 8–11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208776" y="3200400"/>
            <a:ext cx="2647188" cy="2999232"/>
          </a:xfrm>
          <a:prstGeom prst="roundRect">
            <a:avLst>
              <a:gd name="adj" fmla="val 2763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91656" y="3456432"/>
            <a:ext cx="384048" cy="384048"/>
          </a:xfrm>
          <a:prstGeom prst="ellipse">
            <a:avLst/>
          </a:prstGeom>
          <a:solidFill>
            <a:srgbClr val="D31242"/>
          </a:solidFill>
          <a:ln/>
        </p:spPr>
      </p:sp>
      <p:sp>
        <p:nvSpPr>
          <p:cNvPr id="44" name="Text 42"/>
          <p:cNvSpPr/>
          <p:nvPr/>
        </p:nvSpPr>
        <p:spPr>
          <a:xfrm>
            <a:off x="6391656" y="3456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6885432" y="3419856"/>
            <a:ext cx="18059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Grounding &amp; working with sources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391656" y="4091940"/>
            <a:ext cx="384048" cy="384048"/>
          </a:xfrm>
          <a:prstGeom prst="ellipse">
            <a:avLst/>
          </a:prstGeom>
          <a:solidFill>
            <a:srgbClr val="D31242"/>
          </a:solidFill>
          <a:ln/>
        </p:spPr>
      </p:sp>
      <p:sp>
        <p:nvSpPr>
          <p:cNvPr id="47" name="Text 45"/>
          <p:cNvSpPr/>
          <p:nvPr/>
        </p:nvSpPr>
        <p:spPr>
          <a:xfrm>
            <a:off x="6391656" y="40919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6885432" y="4055364"/>
            <a:ext cx="18059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Reasoning, step by step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391656" y="4727448"/>
            <a:ext cx="384048" cy="384048"/>
          </a:xfrm>
          <a:prstGeom prst="ellipse">
            <a:avLst/>
          </a:prstGeom>
          <a:solidFill>
            <a:srgbClr val="D31242"/>
          </a:solidFill>
          <a:ln/>
        </p:spPr>
      </p:sp>
      <p:sp>
        <p:nvSpPr>
          <p:cNvPr id="50" name="Text 48"/>
          <p:cNvSpPr/>
          <p:nvPr/>
        </p:nvSpPr>
        <p:spPr>
          <a:xfrm>
            <a:off x="6391656" y="4727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6885432" y="4690872"/>
            <a:ext cx="18059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Breaking big tasks down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391656" y="5362956"/>
            <a:ext cx="384048" cy="384048"/>
          </a:xfrm>
          <a:prstGeom prst="ellipse">
            <a:avLst/>
          </a:prstGeom>
          <a:solidFill>
            <a:srgbClr val="D31242"/>
          </a:solidFill>
          <a:ln/>
        </p:spPr>
      </p:sp>
      <p:sp>
        <p:nvSpPr>
          <p:cNvPr id="53" name="Text 51"/>
          <p:cNvSpPr/>
          <p:nvPr/>
        </p:nvSpPr>
        <p:spPr>
          <a:xfrm>
            <a:off x="6391656" y="53629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6885432" y="5326380"/>
            <a:ext cx="18059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Checking the work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8773668" y="2395728"/>
            <a:ext cx="310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400" dirty="0"/>
          </a:p>
        </p:txBody>
      </p:sp>
      <p:sp>
        <p:nvSpPr>
          <p:cNvPr id="56" name="Shape 54"/>
          <p:cNvSpPr/>
          <p:nvPr/>
        </p:nvSpPr>
        <p:spPr>
          <a:xfrm>
            <a:off x="9084564" y="2331720"/>
            <a:ext cx="2647188" cy="749808"/>
          </a:xfrm>
          <a:prstGeom prst="roundRect">
            <a:avLst>
              <a:gd name="adj" fmla="val 12195"/>
            </a:avLst>
          </a:prstGeom>
          <a:solidFill>
            <a:srgbClr val="D31242"/>
          </a:solidFill>
          <a:ln/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9084564" y="2423160"/>
            <a:ext cx="26471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</a:t>
            </a:r>
            <a:endParaRPr lang="en-US" sz="1450" dirty="0"/>
          </a:p>
        </p:txBody>
      </p:sp>
      <p:sp>
        <p:nvSpPr>
          <p:cNvPr id="58" name="Text 56"/>
          <p:cNvSpPr/>
          <p:nvPr/>
        </p:nvSpPr>
        <p:spPr>
          <a:xfrm>
            <a:off x="9084564" y="2770632"/>
            <a:ext cx="26471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CE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 12–15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9084564" y="3200400"/>
            <a:ext cx="2647188" cy="2999232"/>
          </a:xfrm>
          <a:prstGeom prst="roundRect">
            <a:avLst>
              <a:gd name="adj" fmla="val 2763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267444" y="3456432"/>
            <a:ext cx="384048" cy="384048"/>
          </a:xfrm>
          <a:prstGeom prst="ellipse">
            <a:avLst/>
          </a:prstGeom>
          <a:solidFill>
            <a:srgbClr val="D31242"/>
          </a:solidFill>
          <a:ln/>
        </p:spPr>
      </p:sp>
      <p:sp>
        <p:nvSpPr>
          <p:cNvPr id="61" name="Text 59"/>
          <p:cNvSpPr/>
          <p:nvPr/>
        </p:nvSpPr>
        <p:spPr>
          <a:xfrm>
            <a:off x="9267444" y="3456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50" dirty="0"/>
          </a:p>
        </p:txBody>
      </p:sp>
      <p:sp>
        <p:nvSpPr>
          <p:cNvPr id="62" name="Text 60"/>
          <p:cNvSpPr/>
          <p:nvPr/>
        </p:nvSpPr>
        <p:spPr>
          <a:xfrm>
            <a:off x="9761220" y="3419856"/>
            <a:ext cx="18059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Composition &amp; reuse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9267444" y="4091940"/>
            <a:ext cx="384048" cy="384048"/>
          </a:xfrm>
          <a:prstGeom prst="ellipse">
            <a:avLst/>
          </a:prstGeom>
          <a:solidFill>
            <a:srgbClr val="D31242"/>
          </a:solidFill>
          <a:ln/>
        </p:spPr>
      </p:sp>
      <p:sp>
        <p:nvSpPr>
          <p:cNvPr id="64" name="Text 62"/>
          <p:cNvSpPr/>
          <p:nvPr/>
        </p:nvSpPr>
        <p:spPr>
          <a:xfrm>
            <a:off x="9267444" y="40919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50" dirty="0"/>
          </a:p>
        </p:txBody>
      </p:sp>
      <p:sp>
        <p:nvSpPr>
          <p:cNvPr id="65" name="Text 63"/>
          <p:cNvSpPr/>
          <p:nvPr/>
        </p:nvSpPr>
        <p:spPr>
          <a:xfrm>
            <a:off x="9761220" y="4055364"/>
            <a:ext cx="18059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prompts with AI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9267444" y="4727448"/>
            <a:ext cx="384048" cy="384048"/>
          </a:xfrm>
          <a:prstGeom prst="ellipse">
            <a:avLst/>
          </a:prstGeom>
          <a:solidFill>
            <a:srgbClr val="D31242"/>
          </a:solidFill>
          <a:ln/>
        </p:spPr>
      </p:sp>
      <p:sp>
        <p:nvSpPr>
          <p:cNvPr id="67" name="Text 65"/>
          <p:cNvSpPr/>
          <p:nvPr/>
        </p:nvSpPr>
        <p:spPr>
          <a:xfrm>
            <a:off x="9267444" y="4727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50" dirty="0"/>
          </a:p>
        </p:txBody>
      </p:sp>
      <p:sp>
        <p:nvSpPr>
          <p:cNvPr id="68" name="Text 66"/>
          <p:cNvSpPr/>
          <p:nvPr/>
        </p:nvSpPr>
        <p:spPr>
          <a:xfrm>
            <a:off x="9761220" y="4690872"/>
            <a:ext cx="18059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&amp; reliable prompts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9267444" y="5362956"/>
            <a:ext cx="384048" cy="384048"/>
          </a:xfrm>
          <a:prstGeom prst="ellipse">
            <a:avLst/>
          </a:prstGeom>
          <a:solidFill>
            <a:srgbClr val="5E6A78"/>
          </a:solidFill>
          <a:ln/>
        </p:spPr>
      </p:sp>
      <p:sp>
        <p:nvSpPr>
          <p:cNvPr id="70" name="Text 68"/>
          <p:cNvSpPr/>
          <p:nvPr/>
        </p:nvSpPr>
        <p:spPr>
          <a:xfrm>
            <a:off x="9267444" y="53629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50" dirty="0"/>
          </a:p>
        </p:txBody>
      </p:sp>
      <p:sp>
        <p:nvSpPr>
          <p:cNvPr id="71" name="Text 69"/>
          <p:cNvSpPr/>
          <p:nvPr/>
        </p:nvSpPr>
        <p:spPr>
          <a:xfrm>
            <a:off x="9761220" y="5326380"/>
            <a:ext cx="18059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reasoning · reference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457200" y="6382512"/>
            <a:ext cx="146304" cy="146304"/>
          </a:xfrm>
          <a:prstGeom prst="ellipse">
            <a:avLst/>
          </a:prstGeom>
          <a:solidFill>
            <a:srgbClr val="5E6A78"/>
          </a:solidFill>
          <a:ln/>
        </p:spPr>
      </p:sp>
      <p:sp>
        <p:nvSpPr>
          <p:cNvPr id="73" name="Text 71"/>
          <p:cNvSpPr/>
          <p:nvPr/>
        </p:nvSpPr>
        <p:spPr>
          <a:xfrm>
            <a:off x="658368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15 is read-only reference — not taught live.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6519672" y="632764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training material — not an official BJ's publication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 Engineering — Course Roadmap</dc:title>
  <dc:subject>PptxGenJS Presentation</dc:subject>
  <dc:creator>BJ's AI Enablement</dc:creator>
  <cp:lastModifiedBy>BJ's AI Enablement</cp:lastModifiedBy>
  <cp:revision>1</cp:revision>
  <dcterms:created xsi:type="dcterms:W3CDTF">2026-07-06T15:35:12Z</dcterms:created>
  <dcterms:modified xsi:type="dcterms:W3CDTF">2026-07-06T15:35:12Z</dcterms:modified>
</cp:coreProperties>
</file>